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7BF0C-AF66-4071-A455-605EAF283443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32AECA-A4BA-4A4A-9E4D-7C84EE42C0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966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32AECA-A4BA-4A4A-9E4D-7C84EE42C04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2253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1C9575-F101-A013-98D0-98F70D3BC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496223D-5BCE-E665-FFAB-5DBAFA45F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CB85E4-6EF2-D7EF-9FD5-F16520A96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3C84-DC21-466E-840A-EB598732E58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9824AE-7D5F-9687-CA66-11093878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E24A5A-8F98-58C0-22FB-ACBB874B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A36D-0424-4F5F-B480-58170A7D65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032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4F8392-0B27-31FC-B17D-299F37A41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05E961-0812-63F3-28A9-E2C0802A1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A83816-E2DB-DD19-0207-663026591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3C84-DC21-466E-840A-EB598732E58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A80FDE-6C08-F320-5D18-15FA1792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23CEC1-3682-1960-9B6A-1CB11B2F6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A36D-0424-4F5F-B480-58170A7D65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243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D6056-DCEC-EB6C-CD34-2FC3868D6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F06B88-5BB9-727E-F567-8E7AE4BF9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E54DD3-68A9-5B0A-1117-FD7C3E85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3C84-DC21-466E-840A-EB598732E58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3E42B1-A297-8175-BDEA-9CB57DB2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12621-2831-BD9C-A948-3088B54E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A36D-0424-4F5F-B480-58170A7D65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3400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F2F7B7-FE19-8B00-AA3C-1384A700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3E917A-F16C-1EE4-8DED-94FB1A56D5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0954CD-DFFF-75A6-0382-622F818FA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807C62-02E4-5282-AF45-6672B2E11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3C84-DC21-466E-840A-EB598732E58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732CA5-7EDA-9945-BD96-198F45946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0A3570-CFB5-47C6-E25C-1632FEBB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A36D-0424-4F5F-B480-58170A7D65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2398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A77BD5-F67D-49D9-CCA5-94A8B4577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7A2587-821A-4091-EA05-23E8175AF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8EF36A-2B71-79AC-070E-68A2E9691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06454FE-C30A-1353-692B-4738DB212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A1F6B0B-2072-6A3C-BDC9-3831FF5814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71F6528-87C9-2515-C1BA-2C0D623A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3C84-DC21-466E-840A-EB598732E58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ABEBC59-EA40-010A-4FBE-829F1C969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2A7F6AA-7E02-43BC-B9E3-AF06A5311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A36D-0424-4F5F-B480-58170A7D65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849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DA6D8-C981-6490-B8A6-977A167DD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8BFF768-8D57-9CA8-2AB9-D7BE5F0D6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3C84-DC21-466E-840A-EB598732E58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9761DE-BF72-F0CA-DD9D-2DA86620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E988F-7D7D-9D51-F9F7-E86CB41B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A36D-0424-4F5F-B480-58170A7D65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8820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09B85D2-7182-8C2F-36D9-743898175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3C84-DC21-466E-840A-EB598732E58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9711497-E26A-325D-B8F9-DD5DD5A2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C0AFD5-CD09-CDE0-04F2-498F32EB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A36D-0424-4F5F-B480-58170A7D65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2416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B5C84-D39E-4E42-7183-8D8515E2B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AC249B-1386-25E1-B16B-6CDA06328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85D676-F414-8168-FDA4-C922ADC8C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C2C65F-A21C-A946-6FB8-055BC3AB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3C84-DC21-466E-840A-EB598732E58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8267FC-26C9-8727-F390-CEDD9F6D6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0E8B97-C754-87CC-AC74-34338D0B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A36D-0424-4F5F-B480-58170A7D65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0371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6444C-4D9D-75BB-A71B-6D50CDE81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933E0BB-76EF-5ECF-70B8-823B19B89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0112D11-DDA9-C003-8B84-4482E3948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A71B03-C4C7-ED6F-071F-845CDA3C3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3C84-DC21-466E-840A-EB598732E58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C4E2DE-E2FF-F4EC-E6E2-AE0F88713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C82624-716B-64A1-64CE-9E314D087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A36D-0424-4F5F-B480-58170A7D65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1381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E0C5C-002F-0B43-F1D7-BCB07D6C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7A86577-B8E3-A9E7-A5CE-5B5FF2CBE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328347-96A8-D320-A59C-EFDFA0FC9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3C84-DC21-466E-840A-EB598732E58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5A30A2-D7A1-CA32-2326-5F323EE1E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44BC35-1F1B-11E7-3A30-AA8879C38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A36D-0424-4F5F-B480-58170A7D65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784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F3EE065-192A-8BA5-9B6E-C3822924FA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91E2511-A434-F1A7-CE7B-C3BB53810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84732B-B736-B8FF-A4D7-C2A44D0F6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3C84-DC21-466E-840A-EB598732E58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0C9C3B-C36B-5A2E-73AA-97B8F402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0B325F-60DE-6453-4B7C-87F8F4F0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A36D-0424-4F5F-B480-58170A7D65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198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687EB4F-4DD2-6149-2A33-836EF75FF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7EF53A-994D-5A40-1264-4291B57F5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3EB9D0-EEC0-65D0-86A5-D36C3609ED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13C84-DC21-466E-840A-EB598732E58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D870AC-E208-9448-997E-DF92D65E0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E589C2-23EE-DCFE-5295-2ECFD2B90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5A36D-0424-4F5F-B480-58170A7D65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281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5B6B055-49EB-EE94-6E0B-34CF762A32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63615" y="0"/>
            <a:ext cx="9264770" cy="6858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E88F6729-9D47-1F5D-6F45-B0F0D1A8BBAD}"/>
              </a:ext>
            </a:extLst>
          </p:cNvPr>
          <p:cNvSpPr txBox="1"/>
          <p:nvPr/>
        </p:nvSpPr>
        <p:spPr>
          <a:xfrm>
            <a:off x="10215716" y="285135"/>
            <a:ext cx="183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Hintergrundbild</a:t>
            </a:r>
          </a:p>
        </p:txBody>
      </p:sp>
    </p:spTree>
    <p:extLst>
      <p:ext uri="{BB962C8B-B14F-4D97-AF65-F5344CB8AC3E}">
        <p14:creationId xmlns:p14="http://schemas.microsoft.com/office/powerpoint/2010/main" val="1438310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0E57-CA00-7782-6F58-5F2DFD1A4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48FA069-0FC3-92AE-C6E3-8B41D860067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63615" y="0"/>
            <a:ext cx="9264770" cy="6858000"/>
          </a:xfrm>
          <a:prstGeom prst="rect">
            <a:avLst/>
          </a:prstGeom>
        </p:spPr>
      </p:pic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983784A5-7ED5-2A31-5925-312F571B2076}"/>
              </a:ext>
            </a:extLst>
          </p:cNvPr>
          <p:cNvSpPr/>
          <p:nvPr/>
        </p:nvSpPr>
        <p:spPr>
          <a:xfrm>
            <a:off x="2870421" y="4564049"/>
            <a:ext cx="1693628" cy="890546"/>
          </a:xfrm>
          <a:custGeom>
            <a:avLst/>
            <a:gdLst>
              <a:gd name="connsiteX0" fmla="*/ 47708 w 1693628"/>
              <a:gd name="connsiteY0" fmla="*/ 469127 h 890546"/>
              <a:gd name="connsiteX1" fmla="*/ 0 w 1693628"/>
              <a:gd name="connsiteY1" fmla="*/ 0 h 890546"/>
              <a:gd name="connsiteX2" fmla="*/ 1630017 w 1693628"/>
              <a:gd name="connsiteY2" fmla="*/ 445273 h 890546"/>
              <a:gd name="connsiteX3" fmla="*/ 1693628 w 1693628"/>
              <a:gd name="connsiteY3" fmla="*/ 890546 h 890546"/>
              <a:gd name="connsiteX4" fmla="*/ 47708 w 1693628"/>
              <a:gd name="connsiteY4" fmla="*/ 469127 h 890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28" h="890546">
                <a:moveTo>
                  <a:pt x="47708" y="469127"/>
                </a:moveTo>
                <a:lnTo>
                  <a:pt x="0" y="0"/>
                </a:lnTo>
                <a:lnTo>
                  <a:pt x="1630017" y="445273"/>
                </a:lnTo>
                <a:lnTo>
                  <a:pt x="1693628" y="890546"/>
                </a:lnTo>
                <a:lnTo>
                  <a:pt x="47708" y="469127"/>
                </a:lnTo>
                <a:close/>
              </a:path>
            </a:pathLst>
          </a:custGeom>
          <a:solidFill>
            <a:srgbClr val="C00000"/>
          </a:solidFill>
          <a:ln w="508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4EB541B4-E87D-A05F-A9F7-111D0AD76558}"/>
              </a:ext>
            </a:extLst>
          </p:cNvPr>
          <p:cNvSpPr/>
          <p:nvPr/>
        </p:nvSpPr>
        <p:spPr>
          <a:xfrm>
            <a:off x="6154310" y="5398936"/>
            <a:ext cx="2576222" cy="1129085"/>
          </a:xfrm>
          <a:custGeom>
            <a:avLst/>
            <a:gdLst>
              <a:gd name="connsiteX0" fmla="*/ 0 w 2576222"/>
              <a:gd name="connsiteY0" fmla="*/ 0 h 1129085"/>
              <a:gd name="connsiteX1" fmla="*/ 47707 w 2576222"/>
              <a:gd name="connsiteY1" fmla="*/ 453224 h 1129085"/>
              <a:gd name="connsiteX2" fmla="*/ 2576222 w 2576222"/>
              <a:gd name="connsiteY2" fmla="*/ 1129085 h 1129085"/>
              <a:gd name="connsiteX3" fmla="*/ 2544417 w 2576222"/>
              <a:gd name="connsiteY3" fmla="*/ 652007 h 1129085"/>
              <a:gd name="connsiteX4" fmla="*/ 0 w 2576222"/>
              <a:gd name="connsiteY4" fmla="*/ 0 h 112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6222" h="1129085">
                <a:moveTo>
                  <a:pt x="0" y="0"/>
                </a:moveTo>
                <a:lnTo>
                  <a:pt x="47707" y="453224"/>
                </a:lnTo>
                <a:lnTo>
                  <a:pt x="2576222" y="1129085"/>
                </a:lnTo>
                <a:lnTo>
                  <a:pt x="2544417" y="652007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 w="508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A03CC42-0F69-CE60-30DB-13C45D17AC17}"/>
              </a:ext>
            </a:extLst>
          </p:cNvPr>
          <p:cNvSpPr txBox="1"/>
          <p:nvPr/>
        </p:nvSpPr>
        <p:spPr>
          <a:xfrm>
            <a:off x="10215716" y="285135"/>
            <a:ext cx="183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Anlageflächen</a:t>
            </a:r>
          </a:p>
        </p:txBody>
      </p:sp>
    </p:spTree>
    <p:extLst>
      <p:ext uri="{BB962C8B-B14F-4D97-AF65-F5344CB8AC3E}">
        <p14:creationId xmlns:p14="http://schemas.microsoft.com/office/powerpoint/2010/main" val="375796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CD047-BA3B-FC67-D228-F157AC439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33B39D9-5B13-3BEF-DAEA-3A4F44D36EA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63615" y="0"/>
            <a:ext cx="9264770" cy="685800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D6D7B0DD-BEFF-C18A-0BAC-0355EA5838DE}"/>
              </a:ext>
            </a:extLst>
          </p:cNvPr>
          <p:cNvSpPr/>
          <p:nvPr/>
        </p:nvSpPr>
        <p:spPr>
          <a:xfrm>
            <a:off x="2875175" y="3648173"/>
            <a:ext cx="886120" cy="688157"/>
          </a:xfrm>
          <a:prstGeom prst="ellipse">
            <a:avLst/>
          </a:prstGeom>
          <a:solidFill>
            <a:srgbClr val="C00000"/>
          </a:solidFill>
          <a:ln w="508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9A9D6D9-D74A-2056-B82E-2DB42ECABF6D}"/>
              </a:ext>
            </a:extLst>
          </p:cNvPr>
          <p:cNvSpPr/>
          <p:nvPr/>
        </p:nvSpPr>
        <p:spPr>
          <a:xfrm>
            <a:off x="4941216" y="2518528"/>
            <a:ext cx="886120" cy="688157"/>
          </a:xfrm>
          <a:prstGeom prst="ellipse">
            <a:avLst/>
          </a:prstGeom>
          <a:solidFill>
            <a:srgbClr val="C00000"/>
          </a:solidFill>
          <a:ln w="508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C797586-CEA5-DCE4-8A3E-3858A88726A2}"/>
              </a:ext>
            </a:extLst>
          </p:cNvPr>
          <p:cNvSpPr/>
          <p:nvPr/>
        </p:nvSpPr>
        <p:spPr>
          <a:xfrm>
            <a:off x="8221745" y="4488730"/>
            <a:ext cx="886120" cy="688157"/>
          </a:xfrm>
          <a:prstGeom prst="ellipse">
            <a:avLst/>
          </a:prstGeom>
          <a:solidFill>
            <a:srgbClr val="C00000"/>
          </a:solidFill>
          <a:ln w="508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01A2181-4CC2-F029-FFD4-F679BB3D7F6F}"/>
              </a:ext>
            </a:extLst>
          </p:cNvPr>
          <p:cNvSpPr txBox="1"/>
          <p:nvPr/>
        </p:nvSpPr>
        <p:spPr>
          <a:xfrm>
            <a:off x="10019071" y="285135"/>
            <a:ext cx="203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Schraubenlöcher</a:t>
            </a:r>
          </a:p>
        </p:txBody>
      </p:sp>
    </p:spTree>
    <p:extLst>
      <p:ext uri="{BB962C8B-B14F-4D97-AF65-F5344CB8AC3E}">
        <p14:creationId xmlns:p14="http://schemas.microsoft.com/office/powerpoint/2010/main" val="523226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F66B-5A55-0A5A-767E-7BA09E31D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BAA825A-27D0-57DB-1070-E8AB362F58E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63615" y="0"/>
            <a:ext cx="9264770" cy="685800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EE204637-C2A2-9032-2F0C-72D3263D792F}"/>
              </a:ext>
            </a:extLst>
          </p:cNvPr>
          <p:cNvSpPr/>
          <p:nvPr/>
        </p:nvSpPr>
        <p:spPr>
          <a:xfrm>
            <a:off x="4260916" y="4232635"/>
            <a:ext cx="431722" cy="407317"/>
          </a:xfrm>
          <a:prstGeom prst="ellipse">
            <a:avLst/>
          </a:prstGeom>
          <a:solidFill>
            <a:srgbClr val="C00000"/>
          </a:solidFill>
          <a:ln w="508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7201BE8-A3E9-6772-1D0A-F7CB7E510303}"/>
              </a:ext>
            </a:extLst>
          </p:cNvPr>
          <p:cNvSpPr/>
          <p:nvPr/>
        </p:nvSpPr>
        <p:spPr>
          <a:xfrm>
            <a:off x="8108623" y="5252301"/>
            <a:ext cx="431722" cy="407317"/>
          </a:xfrm>
          <a:prstGeom prst="ellipse">
            <a:avLst/>
          </a:prstGeom>
          <a:solidFill>
            <a:srgbClr val="C00000"/>
          </a:solidFill>
          <a:ln w="508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00313FE-B85C-1C4D-AF7E-8A74312D5DA2}"/>
              </a:ext>
            </a:extLst>
          </p:cNvPr>
          <p:cNvSpPr txBox="1"/>
          <p:nvPr/>
        </p:nvSpPr>
        <p:spPr>
          <a:xfrm>
            <a:off x="10019071" y="285135"/>
            <a:ext cx="203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Stiftlöcher</a:t>
            </a:r>
          </a:p>
        </p:txBody>
      </p:sp>
    </p:spTree>
    <p:extLst>
      <p:ext uri="{BB962C8B-B14F-4D97-AF65-F5344CB8AC3E}">
        <p14:creationId xmlns:p14="http://schemas.microsoft.com/office/powerpoint/2010/main" val="6019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CE23D-B1F6-AC3D-81C8-730A3A001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EF67D46-EA38-109A-4159-6227365C37E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63615" y="0"/>
            <a:ext cx="9264770" cy="685800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1C85DBF4-F45E-9055-CD1D-F828958FC84E}"/>
              </a:ext>
            </a:extLst>
          </p:cNvPr>
          <p:cNvSpPr/>
          <p:nvPr/>
        </p:nvSpPr>
        <p:spPr>
          <a:xfrm>
            <a:off x="5759775" y="3429000"/>
            <a:ext cx="1611985" cy="1227841"/>
          </a:xfrm>
          <a:prstGeom prst="ellipse">
            <a:avLst/>
          </a:prstGeom>
          <a:solidFill>
            <a:srgbClr val="C00000"/>
          </a:solidFill>
          <a:ln w="508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0817CED-E26C-2CF4-F5E5-A336CF1995D9}"/>
              </a:ext>
            </a:extLst>
          </p:cNvPr>
          <p:cNvSpPr txBox="1"/>
          <p:nvPr/>
        </p:nvSpPr>
        <p:spPr>
          <a:xfrm>
            <a:off x="10019071" y="285135"/>
            <a:ext cx="203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Traggewinde</a:t>
            </a:r>
          </a:p>
        </p:txBody>
      </p:sp>
    </p:spTree>
    <p:extLst>
      <p:ext uri="{BB962C8B-B14F-4D97-AF65-F5344CB8AC3E}">
        <p14:creationId xmlns:p14="http://schemas.microsoft.com/office/powerpoint/2010/main" val="3191381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908DE-7980-2093-3A42-6C871A595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F368C6BA-F106-7FC3-FFF6-19BA65E66CF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63615" y="0"/>
            <a:ext cx="9264770" cy="685800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F61902F2-347B-0CE2-0CBD-90A0526AF460}"/>
              </a:ext>
            </a:extLst>
          </p:cNvPr>
          <p:cNvSpPr/>
          <p:nvPr/>
        </p:nvSpPr>
        <p:spPr>
          <a:xfrm>
            <a:off x="3318233" y="431277"/>
            <a:ext cx="1225487" cy="1048732"/>
          </a:xfrm>
          <a:prstGeom prst="ellipse">
            <a:avLst/>
          </a:prstGeom>
          <a:solidFill>
            <a:srgbClr val="C00000"/>
          </a:solidFill>
          <a:ln w="508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542E4E8-4130-5D27-A47D-2D9037ED8D57}"/>
              </a:ext>
            </a:extLst>
          </p:cNvPr>
          <p:cNvSpPr txBox="1"/>
          <p:nvPr/>
        </p:nvSpPr>
        <p:spPr>
          <a:xfrm>
            <a:off x="10019071" y="285135"/>
            <a:ext cx="203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Abdruckstift</a:t>
            </a:r>
          </a:p>
        </p:txBody>
      </p:sp>
    </p:spTree>
    <p:extLst>
      <p:ext uri="{BB962C8B-B14F-4D97-AF65-F5344CB8AC3E}">
        <p14:creationId xmlns:p14="http://schemas.microsoft.com/office/powerpoint/2010/main" val="2067213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AF656-77CE-7479-B2AA-5E53B06A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959FF0E-7C08-442D-2E5F-F2055BC72B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63615" y="0"/>
            <a:ext cx="9264770" cy="685800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81698098-84D3-5312-9E53-96C4D3DD3058}"/>
              </a:ext>
            </a:extLst>
          </p:cNvPr>
          <p:cNvSpPr/>
          <p:nvPr/>
        </p:nvSpPr>
        <p:spPr>
          <a:xfrm>
            <a:off x="7145515" y="4013462"/>
            <a:ext cx="1225487" cy="1048732"/>
          </a:xfrm>
          <a:prstGeom prst="ellipse">
            <a:avLst/>
          </a:prstGeom>
          <a:solidFill>
            <a:srgbClr val="C00000"/>
          </a:solidFill>
          <a:ln w="508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F96EDC5-C752-625A-13FB-040B69BDC724}"/>
              </a:ext>
            </a:extLst>
          </p:cNvPr>
          <p:cNvSpPr txBox="1"/>
          <p:nvPr/>
        </p:nvSpPr>
        <p:spPr>
          <a:xfrm>
            <a:off x="8750711" y="285135"/>
            <a:ext cx="330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Kreuz für Niederhalterausbau</a:t>
            </a:r>
          </a:p>
        </p:txBody>
      </p:sp>
    </p:spTree>
    <p:extLst>
      <p:ext uri="{BB962C8B-B14F-4D97-AF65-F5344CB8AC3E}">
        <p14:creationId xmlns:p14="http://schemas.microsoft.com/office/powerpoint/2010/main" val="1136236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40512-B201-CE3E-5A01-FA5E83269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74798BF9-8B08-75D1-88F1-8F5FF99F7D24}"/>
              </a:ext>
            </a:extLst>
          </p:cNvPr>
          <p:cNvGrpSpPr/>
          <p:nvPr/>
        </p:nvGrpSpPr>
        <p:grpSpPr>
          <a:xfrm>
            <a:off x="1463615" y="0"/>
            <a:ext cx="9264770" cy="6858000"/>
            <a:chOff x="1463615" y="0"/>
            <a:chExt cx="9264770" cy="6858000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B5CB3524-3964-2EC3-6C88-02624518A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333366"/>
                </a:clrFrom>
                <a:clrTo>
                  <a:srgbClr val="33336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463615" y="0"/>
              <a:ext cx="9264770" cy="6858000"/>
            </a:xfrm>
            <a:prstGeom prst="rect">
              <a:avLst/>
            </a:prstGeom>
          </p:spPr>
        </p:pic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B535961A-F151-63FC-941E-2C8F30A87E8C}"/>
                </a:ext>
              </a:extLst>
            </p:cNvPr>
            <p:cNvSpPr/>
            <p:nvPr/>
          </p:nvSpPr>
          <p:spPr>
            <a:xfrm>
              <a:off x="9940413" y="3382297"/>
              <a:ext cx="560439" cy="1209368"/>
            </a:xfrm>
            <a:custGeom>
              <a:avLst/>
              <a:gdLst>
                <a:gd name="connsiteX0" fmla="*/ 49161 w 560439"/>
                <a:gd name="connsiteY0" fmla="*/ 1209368 h 1209368"/>
                <a:gd name="connsiteX1" fmla="*/ 0 w 560439"/>
                <a:gd name="connsiteY1" fmla="*/ 619432 h 1209368"/>
                <a:gd name="connsiteX2" fmla="*/ 491613 w 560439"/>
                <a:gd name="connsiteY2" fmla="*/ 0 h 1209368"/>
                <a:gd name="connsiteX3" fmla="*/ 560439 w 560439"/>
                <a:gd name="connsiteY3" fmla="*/ 530942 h 1209368"/>
                <a:gd name="connsiteX4" fmla="*/ 49161 w 560439"/>
                <a:gd name="connsiteY4" fmla="*/ 1209368 h 120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439" h="1209368">
                  <a:moveTo>
                    <a:pt x="49161" y="1209368"/>
                  </a:moveTo>
                  <a:lnTo>
                    <a:pt x="0" y="619432"/>
                  </a:lnTo>
                  <a:lnTo>
                    <a:pt x="491613" y="0"/>
                  </a:lnTo>
                  <a:lnTo>
                    <a:pt x="560439" y="530942"/>
                  </a:lnTo>
                  <a:lnTo>
                    <a:pt x="49161" y="1209368"/>
                  </a:lnTo>
                  <a:close/>
                </a:path>
              </a:pathLst>
            </a:custGeom>
            <a:solidFill>
              <a:srgbClr val="C00000"/>
            </a:solidFill>
            <a:ln w="50800">
              <a:solidFill>
                <a:srgbClr val="FFFF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4B6F9887-343B-6506-9EDA-826A4240C41A}"/>
              </a:ext>
            </a:extLst>
          </p:cNvPr>
          <p:cNvSpPr txBox="1"/>
          <p:nvPr/>
        </p:nvSpPr>
        <p:spPr>
          <a:xfrm>
            <a:off x="10019071" y="285135"/>
            <a:ext cx="203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Messerteilung</a:t>
            </a:r>
          </a:p>
        </p:txBody>
      </p:sp>
    </p:spTree>
    <p:extLst>
      <p:ext uri="{BB962C8B-B14F-4D97-AF65-F5344CB8AC3E}">
        <p14:creationId xmlns:p14="http://schemas.microsoft.com/office/powerpoint/2010/main" val="2427387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Breitbild</PresentationFormat>
  <Paragraphs>9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Neubert, Mario</dc:creator>
  <cp:lastModifiedBy>Neubert, Mario</cp:lastModifiedBy>
  <cp:revision>6</cp:revision>
  <dcterms:created xsi:type="dcterms:W3CDTF">2026-04-24T10:07:56Z</dcterms:created>
  <dcterms:modified xsi:type="dcterms:W3CDTF">2026-04-27T06:31:21Z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2026-04-24T10:08:45Z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2c4d455d-2aba-4557-aad5-d2e49de1ade0</vt:lpwstr>
  </property>
  <property fmtid="{D5CDD505-2E9C-101B-9397-08002B2CF9AE}" pid="7" name="MSIP_Label_defa4170-0d19-0005-0004-bc88714345d2_ActionId">
    <vt:lpwstr>169f64f5-49ca-45a6-b61a-57ec17f67411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